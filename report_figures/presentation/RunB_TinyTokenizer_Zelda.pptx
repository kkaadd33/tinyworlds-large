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13294B"/>
                </a:solidFill>
                <a:latin typeface="Calibri"/>
              </a:rPr>
              <a:t>Run B — A Controllable</a:t>
            </a:r>
          </a:p>
          <a:p>
            <a:pPr algn="ctr"/>
            <a:r>
              <a:rPr sz="4200" b="1">
                <a:solidFill>
                  <a:srgbClr val="13294B"/>
                </a:solidFill>
                <a:latin typeface="Calibri"/>
              </a:rPr>
              <a:t>Tiny-Tokenizer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Calibri"/>
              </a:rPr>
              <a:t>Tiny tokenizer (0.14M)  +  large action model  +  large dynamics</a:t>
            </a:r>
          </a:p>
          <a:p>
            <a:pPr algn="ctr"/>
            <a:r>
              <a:rPr sz="2000" b="0">
                <a:solidFill>
                  <a:srgbClr val="555555"/>
                </a:solidFill>
                <a:latin typeface="Calibri"/>
              </a:rPr>
              <a:t>The run where the world actually moves AND the action steers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212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888899"/>
                </a:solidFill>
                <a:latin typeface="Calibri"/>
              </a:rPr>
              <a:t>Khaled Almansoori  ·  MBZUAI  ·  TinyWorlds (Genie) on Zelda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What run B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/>
            <a:r>
              <a:rPr b="1" sz="1600">
                <a:solidFill>
                  <a:srgbClr val="0A7D3F"/>
                </a:solidFill>
              </a:rPr>
              <a:t>Tiny tokenizer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compresses frames to tokens
0.14 M params
(+ train-only perceptual loss
for sharper detail)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9456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/>
            <a:r>
              <a:rPr b="1" sz="1600">
                <a:solidFill>
                  <a:srgbClr val="13294B"/>
                </a:solidFill>
              </a:rPr>
              <a:t>Latent Action Model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learns the controls from
frame pairs
67.4 M params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219456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/>
            <a:r>
              <a:rPr b="1" sz="1600">
                <a:solidFill>
                  <a:srgbClr val="13294B"/>
                </a:solidFill>
              </a:rPr>
              <a:t>Dynamics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555555"/>
                </a:solidFill>
              </a:rPr>
              <a:t>predicts next tokens from
history + action
76.3 M 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88036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E4002B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88036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E4002B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Total ~ 143.8 M parameters. The tokenizer is deliberately tiny (0.14M) — almost all the capacity is in the action + dynamics models that make the world controllable. My fixes added 0 parameters on 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Why B is the controllability pick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08176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294B"/>
                </a:solidFill>
                <a:latin typeface="Calibri"/>
              </a:rPr>
              <a:t>It moves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The predicted world genuinely changes frame-to-frame — pans, scrolls, the character shifts (motion ratio 1.21, the highest of all runs).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62656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294B"/>
                </a:solidFill>
                <a:latin typeface="Calibri"/>
              </a:rPr>
              <a:t>The action steers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The prediction WITH the true action differs from the prediction with a random action (Delta +0.88) — the control input matters.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72000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17136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294B"/>
                </a:solidFill>
                <a:latin typeface="Calibri"/>
              </a:rPr>
              <a:t>Light +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A 0.14M tokenizer keeps it efficient; the train-only perceptual loss recovers detail so it isn't a blurry mush like the no-perceptual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Quantitative — B vs the others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Tokenizer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Motion (moves?)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Δ control (action effect)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B — tiny + perceptual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0.14 M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1.21  (best)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+0.88  (best)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modest</a:t>
                      </a:r>
                    </a:p>
                  </a:txBody>
                  <a:tcPr anchor="ctr" marT="38100" marB="38100">
                    <a:solidFill>
                      <a:srgbClr val="E8F6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A — tiny, no perceptual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0.14 M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0.78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+0.47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blurry</a:t>
                      </a:r>
                    </a:p>
                  </a:txBody>
                  <a:tcPr anchor="ctr" marT="38100" marB="38100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C — big tokenizer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67.3 M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0.96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-0.05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sharp</a:t>
                      </a:r>
                    </a:p>
                  </a:txBody>
                  <a:tcPr anchor="ctr" marT="38100" marB="38100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D — big + strong control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67.3 M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0.44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+2.24 *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sharpest</a:t>
                      </a:r>
                    </a:p>
                  </a:txBody>
                  <a:tcPr anchor="ctr" marT="38100" marB="381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B leads on BOTH motion and action-control — it behaves like a world model. The big-tokenizer runs (C, D) look sharper but the dynamics on top either drift uncontrolled (C) or freeze (D).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* D's large Delta is inflated by guidance degrading the random baseline, not by the prediction moving (D's motion is the lowest, 0.44).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B in action — the world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top = ground truth  ·  middle = prediction WITH action  ·  bottom = prediction with RANDOM action</a:t>
            </a:r>
          </a:p>
        </p:txBody>
      </p:sp>
      <p:pic>
        <p:nvPicPr>
          <p:cNvPr id="6" name="Picture 5" descr="B_clip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10881360" cy="30894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94B"/>
                </a:solidFill>
                <a:latin typeface="Calibri"/>
              </a:rPr>
              <a:t>The scene pans and scrolls across the 10 predicted frames — coherent motion, not a frozen frame.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B in action — the action steers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top = ground truth  ·  middle = prediction WITH action  ·  bottom = prediction with RANDOM action</a:t>
            </a:r>
          </a:p>
        </p:txBody>
      </p:sp>
      <p:pic>
        <p:nvPicPr>
          <p:cNvPr id="6" name="Picture 5" descr="B_clip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10881360" cy="30894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294B"/>
                </a:solidFill>
                <a:latin typeface="Calibri"/>
              </a:rPr>
              <a:t>Middle (true action) and bottom (random action) diverge — the control input changes the predicted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294B"/>
                </a:solidFill>
                <a:latin typeface="Calibri"/>
              </a:rPr>
              <a:t>What made B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4023360" cy="381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914400"/>
                <a:gridCol w="6858000"/>
              </a:tblGrid>
              <a:tr h="5181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Lines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anchor="ctr" marT="38100" marB="38100">
                    <a:solidFill>
                      <a:srgbClr val="13294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models/latent_actions.py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124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Joint entropy loss + variance band -&gt; action model stops collapsing</a:t>
                      </a:r>
                    </a:p>
                  </a:txBody>
                  <a:tcPr anchor="ctr" marT="38100" marB="381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models/dynamics.py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41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Action-dropout + classifier-free guidance -&gt; controllability</a:t>
                      </a:r>
                    </a:p>
                  </a:txBody>
                  <a:tcPr anchor="ctr" marT="38100" marB="381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utils/perceptual.py  (new)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69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Train-only VGG perceptual loss -&gt; sharper tokenizer</a:t>
                      </a:r>
                    </a:p>
                  </a:txBody>
                  <a:tcPr anchor="ctr" marT="38100" marB="381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models/norms.py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12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Tunable FiLM init -&gt; stronger action conditioning</a:t>
                      </a:r>
                    </a:p>
                  </a:txBody>
                  <a:tcPr anchor="ctr" marT="38100" marB="38100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scripts/evaluate.py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28</a:t>
                      </a:r>
                    </a:p>
                  </a:txBody>
                  <a:tcPr anchor="ctr" marT="38100" marB="38100"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Calibri"/>
                        </a:rPr>
                        <a:t>Prediction-motion metric -&gt; honest 'does it move'</a:t>
                      </a:r>
                    </a:p>
                  </a:txBody>
                  <a:tcPr anchor="ctr" marT="38100" marB="381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94B"/>
                </a:solidFill>
                <a:latin typeface="Calibri"/>
              </a:rPr>
              <a:t>~150 lines of functional code across 5 files — 0 added model parameters. The tiny tokenizer + these fixes give a world model that moves and responds.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